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1" y="46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9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‹№›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2334976" cy="5435824"/>
          </a:xfrm>
          <a:custGeom>
            <a:avLst/>
            <a:gdLst/>
            <a:ahLst/>
            <a:cxnLst/>
            <a:rect l="l" t="t" r="r" b="b"/>
            <a:pathLst>
              <a:path w="2334976" h="5435824">
                <a:moveTo>
                  <a:pt x="0" y="0"/>
                </a:moveTo>
                <a:lnTo>
                  <a:pt x="2334976" y="0"/>
                </a:lnTo>
                <a:lnTo>
                  <a:pt x="2334976" y="5435824"/>
                </a:lnTo>
                <a:lnTo>
                  <a:pt x="0" y="54358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2000" t="-3505" r="-242460" b="-366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5953024" y="4851176"/>
            <a:ext cx="2334976" cy="5435824"/>
          </a:xfrm>
          <a:custGeom>
            <a:avLst/>
            <a:gdLst/>
            <a:ahLst/>
            <a:cxnLst/>
            <a:rect l="l" t="t" r="r" b="b"/>
            <a:pathLst>
              <a:path w="2334976" h="5435824">
                <a:moveTo>
                  <a:pt x="0" y="0"/>
                </a:moveTo>
                <a:lnTo>
                  <a:pt x="2334976" y="0"/>
                </a:lnTo>
                <a:lnTo>
                  <a:pt x="2334976" y="5435824"/>
                </a:lnTo>
                <a:lnTo>
                  <a:pt x="0" y="54358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2000" t="-3505" r="-242460" b="-3661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Довільний</PresentationFormat>
  <Paragraphs>0</Paragraphs>
  <Slides>1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Діана Каптар</cp:lastModifiedBy>
  <cp:revision>2</cp:revision>
  <dcterms:created xsi:type="dcterms:W3CDTF">2006-08-16T00:00:00Z</dcterms:created>
  <dcterms:modified xsi:type="dcterms:W3CDTF">2025-12-03T16:33:20Z</dcterms:modified>
  <dc:identifier>DAG6eNALo-4</dc:identifier>
</cp:coreProperties>
</file>